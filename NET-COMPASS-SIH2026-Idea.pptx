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-403" y="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NET COMPASS: Intelligent Cellular Network Coverage &amp; Performance Monitoring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NET COMPASS — Dept. of Electronics &amp; Communication Engineering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750000"/>
            <a:ext cx="11826000" cy="4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NET COMPASS identifies the available cellular network type (5G, 4G, LTE or H+) at the user’s current location, using an ESP32 controller paired with a SIM7600 4G/LTE modem to measure signal strength, download/upload speed and latency in real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 Users can instantly see whether they are in a strong or weak coverage zone and pick a better nearby location for reliable connectivity, instead of guessing why their network is poor.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Combines live signal analytics (RSSI, RSRP, RSRQ, SINR) with on-device OLED display and SD-card logging in one low-cost, portable unit — a foundation for future GPS-based coverage mapping and AI-driven network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 COMPASS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900000"/>
            <a:ext cx="11000000" cy="4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Technologies used: ESP32 DevKit (main controller), SIM7600 4G/LTE modem, 0.96” OLED display, microSD module for data logging; firmware written in C/C++ (Arduino framework) with AT-command based modem communication.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Signal flow: Cellular Network → SIM7600 Modem → ESP32 Controller → Display &amp; Storage. Demonstration workflow: Power ON → Initialize SIM7600 → Register with Network → Acquire Parameters (RSSI/RSRP/RSRQ/SINR, speed, latency) → Display on OLED → Log to SD Card → Repeat.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 COMPASS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900000"/>
            <a:ext cx="11000000" cy="4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Feasibility: built from off-the-shelf, low-cost components (ESP32, SIM7600, OLED, microSD) with a proven signal-flow architecture; Semester 1 budget of ₹4,000–₹7,000 keeps the prototype easily buildable and testable.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 &amp; risks: accuracy and stability of live modem readings, a deliberately limited scope (no GPS, cloud or ML in this phase), and dependency on SIM7600 network registration in low-coverage test areas.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keep Semester 1 focused strictly on accurate, stable core data acquisition before scaling; phase GPS integration, cloud coverage mapping and AI-based analysis into Years 2 &amp; 3 to manage complexity incrementally.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 COMPASS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900000"/>
            <a:ext cx="11000000" cy="4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Impact: benefits rural connectivity assessment, embedded-systems education, field engineer diagnostics and telecom network research by making invisible network quality visible and measurable at any location.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Benefits: Social — helps underserved/rural users find reliable connectivity; Economic — low-cost (₹4,000–₹7,000) alternative to expensive diagnostic equipment; Educational — hands-on embedded/telecom learning platform; scalable foundation for future coverage-mapping and AI-based services.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 COMPASS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050000"/>
            <a:ext cx="10500000" cy="3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Key network parameters monitored follow standard 3GPP-defined cellular metrics: RSSI (Received Signal Strength Indicator), RSRP (Reference Signal Received Power), RSRQ (Reference Signal Received Quality) and SINR (Signal-to-Interference-plus-Noise Ratio).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Technical references: SIMCom SIM7600 series AT command manual &amp; hardware design guide; Espressif ESP32 technical reference manual.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Prototype architecture and roadmap benchmarked against standard 4G/LTE network diagnostic practices used in field engineering and telecom research.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 COMPASS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Office PowerPoint</Application>
  <PresentationFormat>Custom</PresentationFormat>
  <Paragraphs>49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STAR</dc:creator>
  <cp:lastModifiedBy>STAR</cp:lastModifiedBy>
  <cp:revision>1</cp:revision>
  <dcterms:modified xsi:type="dcterms:W3CDTF">2026-08-20T13:53:38Z</dcterms:modified>
</cp:coreProperties>
</file>